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就坐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DDD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0055" y="2354580"/>
            <a:ext cx="11445240" cy="1572895"/>
          </a:xfrm>
          <a:prstGeom prst="rect">
            <a:avLst/>
          </a:prstGeom>
        </p:spPr>
        <p:txBody>
          <a:bodyPr wrap="square" lIns="91438" tIns="45718" rIns="91438" bIns="45718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735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CodeInfinity</a:t>
            </a:r>
            <a:r>
              <a:rPr kumimoji="0" lang="zh-CN" altLang="en-US" sz="3735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系统</a:t>
            </a:r>
            <a:r>
              <a:rPr kumimoji="0" lang="zh-CN" altLang="en-US" sz="3735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演示</a:t>
            </a:r>
            <a:endParaRPr kumimoji="0" lang="zh-CN" altLang="en-US" sz="3735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spc="60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--</a:t>
            </a:r>
            <a:r>
              <a:rPr lang="zh-CN" altLang="en-US" sz="3200" b="1" spc="60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基于</a:t>
            </a:r>
            <a:r>
              <a:rPr lang="en-US" altLang="zh-CN" sz="3200" b="1" spc="60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C</a:t>
            </a:r>
            <a:r>
              <a:rPr lang="zh-CN" altLang="en-US" sz="3200" b="1" spc="60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语言程序设计课程教学智能体的扩展</a:t>
            </a:r>
            <a:r>
              <a:rPr lang="zh-CN" altLang="en-US" sz="3200" b="1" spc="60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平台</a:t>
            </a:r>
            <a:endParaRPr lang="zh-CN" altLang="en-US" sz="3200" b="1" spc="60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48" y="284188"/>
            <a:ext cx="2016225" cy="52436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87893" y="1316567"/>
            <a:ext cx="40038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pc="60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ea"/>
                <a:sym typeface="+mn-lt"/>
              </a:rPr>
              <a:t>大连理工大学</a:t>
            </a:r>
            <a:endParaRPr lang="zh-CN" altLang="en-US" sz="2400" b="1" spc="60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760" y="4773295"/>
            <a:ext cx="10286365" cy="1240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b="1">
                <a:ln w="15875"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</a:rPr>
              <a:t>     </a:t>
            </a:r>
            <a:r>
              <a:rPr lang="en-US" altLang="zh-CN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    </a:t>
            </a:r>
            <a:r>
              <a:rPr lang="en-US" altLang="zh-CN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  <a:sym typeface="+mn-ea"/>
              </a:rPr>
              <a:t>指导老师</a:t>
            </a:r>
            <a:r>
              <a:rPr lang="zh-CN" altLang="en-US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：</a:t>
            </a:r>
            <a:r>
              <a:rPr lang="en-US" altLang="zh-CN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  <a:sym typeface="+mn-ea"/>
              </a:rPr>
              <a:t>刘晗</a:t>
            </a:r>
            <a:r>
              <a:rPr lang="zh-CN" altLang="en-US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  <a:sym typeface="+mn-ea"/>
              </a:rPr>
              <a:t>，于红，张晓彤</a:t>
            </a:r>
            <a:r>
              <a:rPr lang="en-US" altLang="zh-CN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    </a:t>
            </a:r>
            <a:r>
              <a:rPr lang="en-US" altLang="zh-CN" sz="1865" b="1">
                <a:ln w="15875"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</a:rPr>
              <a:t>                                                  </a:t>
            </a:r>
            <a:r>
              <a:rPr lang="zh-CN" altLang="en-US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  <a:sym typeface="+mn-ea"/>
              </a:rPr>
              <a:t>姓名</a:t>
            </a:r>
            <a:r>
              <a:rPr lang="en-US" altLang="zh-CN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：</a:t>
            </a:r>
            <a:r>
              <a:rPr lang="zh-CN" altLang="en-US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彭嘉欣</a:t>
            </a:r>
            <a:endParaRPr lang="en-US" altLang="zh-CN" sz="1865" b="1">
              <a:ln w="28575" cmpd="sng">
                <a:noFill/>
                <a:prstDash val="sysDot"/>
              </a:ln>
              <a:solidFill>
                <a:schemeClr val="bg1"/>
              </a:solidFill>
              <a:effectLst/>
            </a:endParaRPr>
          </a:p>
          <a:p>
            <a:endParaRPr lang="en-US" altLang="zh-CN" sz="1865" b="1">
              <a:ln w="28575" cmpd="sng">
                <a:noFill/>
                <a:prstDash val="sysDot"/>
              </a:ln>
              <a:solidFill>
                <a:schemeClr val="bg1"/>
              </a:solidFill>
              <a:effectLst/>
            </a:endParaRPr>
          </a:p>
          <a:p>
            <a:endParaRPr lang="en-US" altLang="zh-CN" sz="1865" b="1">
              <a:ln w="28575" cmpd="sng">
                <a:noFill/>
                <a:prstDash val="sysDot"/>
              </a:ln>
              <a:solidFill>
                <a:schemeClr val="bg1"/>
              </a:solidFill>
              <a:effectLst/>
            </a:endParaRPr>
          </a:p>
          <a:p>
            <a:r>
              <a:rPr lang="en-US" altLang="zh-CN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        </a:t>
            </a:r>
            <a:r>
              <a:rPr lang="zh-CN" altLang="en-US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助教</a:t>
            </a:r>
            <a:r>
              <a:rPr lang="en-US" altLang="zh-CN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：</a:t>
            </a:r>
            <a:r>
              <a:rPr lang="zh-CN" altLang="en-US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韦春林</a:t>
            </a:r>
            <a:r>
              <a:rPr lang="en-US" altLang="zh-CN" sz="1865" b="1">
                <a:ln w="28575" cmpd="sng">
                  <a:noFill/>
                  <a:prstDash val="sysDot"/>
                </a:ln>
                <a:solidFill>
                  <a:schemeClr val="bg1"/>
                </a:solidFill>
                <a:effectLst/>
              </a:rPr>
              <a:t>                                                                                    日期：2026年7月25日</a:t>
            </a:r>
            <a:endParaRPr lang="en-US" altLang="zh-CN" sz="1865" b="1">
              <a:ln w="28575" cmpd="sng">
                <a:noFill/>
                <a:prstDash val="sysDot"/>
              </a:ln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01475_1*d*1"/>
  <p:tag name="KSO_WM_TEMPLATE_CATEGORY" val="diagram"/>
  <p:tag name="KSO_WM_TEMPLATE_INDEX" val="20201475"/>
  <p:tag name="KSO_WM_UNIT_LAYERLEVEL" val="1"/>
  <p:tag name="KSO_WM_TAG_VERSION" val="1.0"/>
  <p:tag name="KSO_WM_BEAUTIFY_FLAG" val=""/>
  <p:tag name="KSO_WM_UNIT_VALUE" val="1904*3390"/>
  <p:tag name="KSO_WM_UNIT_SUPPORT_UNIT_TYPE" val="[&quot;d&quot;]"/>
  <p:tag name="KSO_WM_UNIT_PICTURE_CLIP_FLAG" val="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WPS 演示</Application>
  <PresentationFormat>宽屏</PresentationFormat>
  <Paragraphs>10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华文宋体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</cp:lastModifiedBy>
  <cp:revision>160</cp:revision>
  <dcterms:created xsi:type="dcterms:W3CDTF">2019-06-19T02:08:00Z</dcterms:created>
  <dcterms:modified xsi:type="dcterms:W3CDTF">2026-07-25T13:35:30Z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E399F2904C684FD1B70AAA5437D4BEF7_11</vt:lpwstr>
  </property>
</Properties>
</file>